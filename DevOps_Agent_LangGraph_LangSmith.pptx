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9204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 slide: Introduce problem, goal, and production mindset.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production focus: control flow, retries, observability.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deterministic control over LLM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explicit state transitions and conditional retry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evaluation reliability and semantic scoring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engineering feedback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trace: show node execution, latency, token counts, judge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production-readiness perspective.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9098" y="914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134"/>
                </a:solidFill>
              </a:defRPr>
            </a:pPr>
            <a:r>
              <a:t>Building &amp; Evaluating a DevOps Agent</a:t>
            </a:r>
          </a:p>
          <a:p>
            <a:pPr>
              <a:defRPr sz="2000">
                <a:solidFill>
                  <a:srgbClr val="4F81BD"/>
                </a:solidFill>
              </a:defRPr>
            </a:pPr>
            <a:r>
              <a:t>LangGraph + LangSmith | Production-Style Orchestration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stateful troubleshooting agent</a:t>
            </a:r>
          </a:p>
          <a:p>
            <a:pPr lvl="1"/>
            <a:r>
              <a:t>Orchestrate multi-step reasoning via LangGraph</a:t>
            </a:r>
          </a:p>
          <a:p>
            <a:pPr lvl="1"/>
            <a:r>
              <a:t>Evaluate using LangSmith SDK + UI</a:t>
            </a:r>
          </a:p>
          <a:p>
            <a:pPr lvl="1"/>
            <a:r>
              <a:t>Iterate using measurable correctness signals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 Fields: question, docs, draft, score, retries</a:t>
            </a:r>
          </a:p>
          <a:p>
            <a:pPr lvl="1"/>
            <a:r>
              <a:t>Explicit mutation between nodes</a:t>
            </a:r>
          </a:p>
          <a:p>
            <a:pPr lvl="1"/>
            <a:r>
              <a:t>Deterministic routing via conditional edges</a:t>
            </a:r>
          </a:p>
          <a:p>
            <a:pPr lvl="1"/>
            <a:r>
              <a:t>Retry if score &lt; 0.7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43309" y="1188720"/>
            <a:ext cx="1414130" cy="731520"/>
          </a:xfrm>
          <a:prstGeom prst="roundRect">
            <a:avLst/>
          </a:prstGeom>
          <a:noFill/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User 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43309" y="2227522"/>
            <a:ext cx="1513012" cy="644332"/>
          </a:xfrm>
          <a:prstGeom prst="roundRect">
            <a:avLst/>
          </a:prstGeom>
          <a:noFill/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Retrieve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43309" y="3266324"/>
            <a:ext cx="1554480" cy="644332"/>
          </a:xfrm>
          <a:prstGeom prst="roundRect">
            <a:avLst/>
          </a:prstGeom>
          <a:noFill/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Answer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06149" y="4173278"/>
            <a:ext cx="1686324" cy="644332"/>
          </a:xfrm>
          <a:prstGeom prst="roundRect">
            <a:avLst/>
          </a:prstGeom>
          <a:noFill/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  Judge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406149" y="5116386"/>
            <a:ext cx="1650172" cy="644332"/>
          </a:xfrm>
          <a:prstGeom prst="roundRect">
            <a:avLst/>
          </a:prstGeom>
          <a:noFill/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>
                <a:solidFill>
                  <a:schemeClr val="tx1"/>
                </a:solidFill>
              </a:rPr>
              <a:t>Route / Retry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Evaluation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 DevOps troubleshooting prompts</a:t>
            </a:r>
          </a:p>
          <a:p>
            <a:pPr lvl="1"/>
            <a:r>
              <a:t>Concise expected answers</a:t>
            </a:r>
          </a:p>
          <a:p>
            <a:pPr lvl="1"/>
            <a:r>
              <a:t>Custom LLM-as-judge (0.0–1.0 scoring)</a:t>
            </a:r>
          </a:p>
          <a:p>
            <a:pPr lvl="1"/>
            <a:r>
              <a:t>Evaluation via SDK + UI trace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Score: 0.55</a:t>
            </a:r>
          </a:p>
          <a:p>
            <a:pPr lvl="1"/>
            <a:r>
              <a:t>Issue: Judge too literal</a:t>
            </a:r>
          </a:p>
          <a:p>
            <a:pPr lvl="1"/>
            <a:r>
              <a:t>Fix: Semantic alignment scoring</a:t>
            </a:r>
          </a:p>
          <a:p>
            <a:pPr lvl="1"/>
            <a:r>
              <a:t>Improved Score: 0.84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67903" y="509386"/>
            <a:ext cx="8408193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LangSmith Trace Inspection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32230C-8339-93FC-21E4-C47323554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1856"/>
            <a:ext cx="9156924" cy="57461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versioning</a:t>
            </a:r>
          </a:p>
          <a:p>
            <a:pPr lvl="1"/>
            <a:r>
              <a:t>Experiment comparison tracking</a:t>
            </a:r>
          </a:p>
          <a:p>
            <a:pPr lvl="1"/>
            <a:r>
              <a:t>Rubric-based evaluation</a:t>
            </a:r>
          </a:p>
          <a:p>
            <a:pPr lvl="1"/>
            <a:r>
              <a:t>Score drift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207</Words>
  <Application>Microsoft Macintosh PowerPoint</Application>
  <PresentationFormat>On-screen Show (4:3)</PresentationFormat>
  <Paragraphs>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Problem &amp; Goal</vt:lpstr>
      <vt:lpstr>State Design</vt:lpstr>
      <vt:lpstr>PowerPoint Presentation</vt:lpstr>
      <vt:lpstr>Dataset &amp; Evaluation Strategy</vt:lpstr>
      <vt:lpstr>Iteration Results</vt:lpstr>
      <vt:lpstr>PowerPoint Presentation</vt:lpstr>
      <vt:lpstr>Production Considerations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Naresh Nampelly</cp:lastModifiedBy>
  <cp:revision>4</cp:revision>
  <dcterms:created xsi:type="dcterms:W3CDTF">2013-01-27T09:14:16Z</dcterms:created>
  <dcterms:modified xsi:type="dcterms:W3CDTF">2026-02-24T07:32:06Z</dcterms:modified>
  <cp:category/>
</cp:coreProperties>
</file>